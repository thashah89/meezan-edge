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F1A2E"/>
          </a:solidFill>
          <a:ln w="12700">
            <a:solidFill>
              <a:srgbClr val="0F1A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309360" y="7315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🕌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Meezan Edge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C4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Shariah-Compliant Stock Trading System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9AA"/>
                </a:solidFill>
              </a:rPr>
              <a:t>Screen · Analyse · Signal · Trade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1280160" cy="292608"/>
          </a:xfrm>
          <a:prstGeom prst="rect">
            <a:avLst/>
          </a:prstGeom>
          <a:solidFill>
            <a:srgbClr val="007A63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832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49F"/>
                </a:solidFill>
              </a:rPr>
              <a:t>v1.5.0  ·  2026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F0F8"/>
                </a:solidFill>
              </a:rPr>
              <a:t>Built for Muslim investors who refuse to compromise.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solidFill>
            <a:srgbClr val="007A63"/>
          </a:solidFill>
          <a:ln w="12700">
            <a:solidFill>
              <a:srgbClr val="007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49F"/>
                </a:solidFill>
              </a:rPr>
              <a:t>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Meezan Edge?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023360" cy="13716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🕌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43000" y="15544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9F"/>
                </a:solidFill>
              </a:rPr>
              <a:t>100% Halal Stocks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8928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</a:rPr>
              <a:t>Only NSE stocks verified as Shariah-compliant from halalstock.in. No banks, insurance, or interest-bearing companies.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1417320"/>
            <a:ext cx="4023360" cy="13716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0" y="15544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9F"/>
                </a:solidFill>
              </a:rPr>
              <a:t>Data-Driven Signals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189280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</a:rPr>
              <a:t>9-indicator trend scoring, 5 trading strategies, strict 2:1 risk-reward enforcement on every trade recommendation.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023360" cy="13716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143000" y="31089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9F"/>
                </a:solidFill>
              </a:rPr>
              <a:t>Live on Streamlit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344728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</a:rPr>
              <a:t>Accessible from any browser or phone. No install needed. One-click Zerodha login for live data and order placement.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2971800"/>
            <a:ext cx="4023360" cy="13716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486400" y="31089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9F"/>
                </a:solidFill>
              </a:rPr>
              <a:t>Private &amp; Secure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0" y="344728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</a:rPr>
              <a:t>GitHub private repo. Streamlit viewer authentication. API keys stored in Streamlit Secrets — never in code.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solidFill>
            <a:srgbClr val="007A63"/>
          </a:solidFill>
          <a:ln w="12700">
            <a:solidFill>
              <a:srgbClr val="007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49F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— Data Flow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554480" cy="23774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463040"/>
            <a:ext cx="502920" cy="502920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Halal List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54203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halalstock.in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scraper.py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47088" y="2560320"/>
            <a:ext cx="146304" cy="0"/>
          </a:xfrm>
          <a:prstGeom prst="line">
            <a:avLst/>
          </a:prstGeom>
          <a:noFill/>
          <a:ln w="25400">
            <a:solidFill>
              <a:srgbClr val="00C49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93392" y="1371600"/>
            <a:ext cx="1554480" cy="23774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42032" y="1463040"/>
            <a:ext cx="502920" cy="50292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84832" y="2103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Price 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84832" y="254203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Yahoo Finance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or Zerodha API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66160" y="2560320"/>
            <a:ext cx="146304" cy="0"/>
          </a:xfrm>
          <a:prstGeom prst="line">
            <a:avLst/>
          </a:prstGeom>
          <a:noFill/>
          <a:ln w="25400">
            <a:solidFill>
              <a:srgbClr val="00C49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12464" y="1371600"/>
            <a:ext cx="1554480" cy="23774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61104" y="1463040"/>
            <a:ext cx="502920" cy="50292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61104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03904" y="2103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Indicators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03904" y="254203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RSI·MACD·ADX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BB·ATR·SMA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285232" y="2560320"/>
            <a:ext cx="146304" cy="0"/>
          </a:xfrm>
          <a:prstGeom prst="line">
            <a:avLst/>
          </a:prstGeom>
          <a:noFill/>
          <a:ln w="25400">
            <a:solidFill>
              <a:srgbClr val="00C49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31536" y="1371600"/>
            <a:ext cx="1554480" cy="23774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80176" y="1463040"/>
            <a:ext cx="502920" cy="50292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0176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22976" y="2103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Strategies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22976" y="254203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5 strategies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scored 0-100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004304" y="2560320"/>
            <a:ext cx="146304" cy="0"/>
          </a:xfrm>
          <a:prstGeom prst="line">
            <a:avLst/>
          </a:prstGeom>
          <a:noFill/>
          <a:ln w="25400">
            <a:solidFill>
              <a:srgbClr val="00C49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50608" y="1371600"/>
            <a:ext cx="1554480" cy="23774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99248" y="1463040"/>
            <a:ext cx="502920" cy="502920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99248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E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42048" y="2103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Signals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42048" y="254203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2:1 R:R levels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entry/stop/target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977640"/>
            <a:ext cx="8595360" cy="594360"/>
          </a:xfrm>
          <a:prstGeom prst="rect">
            <a:avLst/>
          </a:prstGeom>
          <a:solidFill>
            <a:srgbClr val="162035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0233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C49F"/>
                </a:solidFill>
              </a:rPr>
              <a:t>💾  Persistent Cache  —  Data saved locally + session state. Survives tab close, server restart, and redeployment. Re-fetch only when needed (every 1–2 months).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solidFill>
            <a:srgbClr val="007A63"/>
          </a:solidFill>
          <a:ln w="12700">
            <a:solidFill>
              <a:srgbClr val="007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49F"/>
                </a:solidFill>
              </a:rPr>
              <a:t>DASHBOARD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9-Page Dashboard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7432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9F"/>
                </a:solidFill>
              </a:rPr>
              <a:t>Overview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7282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</a:rPr>
              <a:t>Portfolio snapshot, capital metrics, quick stats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27432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0128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22192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9F"/>
                </a:solidFill>
              </a:rPr>
              <a:t>Stock Universe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22192" y="17282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</a:rPr>
              <a:t>Full halal list with trend + industry filters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325880"/>
            <a:ext cx="27432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36208" y="1581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48272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9F"/>
                </a:solidFill>
              </a:rPr>
              <a:t>Strategy Filter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48272" y="17282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</a:rPr>
              <a:t>NEW — find stocks by Swing/Momentum/Breakout/Mean-Rev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468880"/>
            <a:ext cx="27432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96112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9F"/>
                </a:solidFill>
              </a:rPr>
              <a:t>Trend Analysis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" y="28712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</a:rPr>
              <a:t>Candlestick charts, MA overlays, RSI/MACD panels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2468880"/>
            <a:ext cx="27432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10128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22192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9F"/>
                </a:solidFill>
              </a:rPr>
              <a:t>Backtest Results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22192" y="28712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</a:rPr>
              <a:t>Historical performance per strategy, profit factor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2468880"/>
            <a:ext cx="27432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36208" y="2724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48272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9F"/>
                </a:solidFill>
              </a:rPr>
              <a:t>Pattern Analysis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48272" y="28712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</a:rPr>
              <a:t>Cosine-similarity pattern matching, historical context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611880"/>
            <a:ext cx="27432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84048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96112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9F"/>
                </a:solidFill>
              </a:rPr>
              <a:t>Trade Recs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6112" y="40142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</a:rPr>
              <a:t>Ranked buy recommendations with entry/stop/target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0" y="3611880"/>
            <a:ext cx="27432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310128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🔴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822192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9F"/>
                </a:solidFill>
              </a:rPr>
              <a:t>Live Signals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822192" y="40142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</a:rPr>
              <a:t>Real-time intraday signals, open position monitor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3611880"/>
            <a:ext cx="274320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36208" y="3867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748272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9F"/>
                </a:solidFill>
              </a:rPr>
              <a:t>Settings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48272" y="401421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8"/>
                </a:solidFill>
              </a:rPr>
              <a:t>Capital, changelog, cache manager, Zerodha login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solidFill>
            <a:srgbClr val="007A63"/>
          </a:solidFill>
          <a:ln w="12700">
            <a:solidFill>
              <a:srgbClr val="007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49F"/>
                </a:solidFill>
              </a:rPr>
              <a:t>NEW FEATURE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Filter — Find the Right Stock Faster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56032" y="1371600"/>
            <a:ext cx="1993392" cy="310896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371600"/>
            <a:ext cx="1993392" cy="9144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5087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🔄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6032" y="217627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9F"/>
                </a:solidFill>
              </a:rPr>
              <a:t>Swing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96112" y="2606040"/>
            <a:ext cx="731520" cy="411480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606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</a:rPr>
              <a:t>85/100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310896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RSI: 40-62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" y="333756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ADX: 20-40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363931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Best for 3-10 day holds. Pullback in uptrend near SMA20.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32304" y="1371600"/>
            <a:ext cx="1993392" cy="310896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32304" y="1371600"/>
            <a:ext cx="1993392" cy="9144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72384" y="15087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432304" y="217627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9BD5"/>
                </a:solidFill>
              </a:rPr>
              <a:t>Momentum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072384" y="2606040"/>
            <a:ext cx="731520" cy="411480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72384" y="2606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</a:rPr>
              <a:t>78/100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23744" y="310896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RSI: 55-72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23744" y="333756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ADX: 30+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23744" y="363931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Strong trend continuation. ADX 30+, all MAs stacked, volume surge.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08576" y="1371600"/>
            <a:ext cx="1993392" cy="310896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1371600"/>
            <a:ext cx="1993392" cy="9144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48656" y="15087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💥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608576" y="217627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47"/>
                </a:solidFill>
              </a:rPr>
              <a:t>Breakout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248656" y="2606040"/>
            <a:ext cx="731520" cy="4114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48656" y="2606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</a:rPr>
              <a:t>72/100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0016" y="310896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RSI: any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00016" y="333756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ADX: rising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00016" y="363931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BB squeeze + volume spike. Price breaking resistance.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784848" y="1371600"/>
            <a:ext cx="1993392" cy="310896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84848" y="1371600"/>
            <a:ext cx="1993392" cy="9144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24928" y="15087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↩️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6784848" y="217627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9D"/>
                </a:solidFill>
              </a:rPr>
              <a:t>Mean Revert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424928" y="2606040"/>
            <a:ext cx="731520" cy="411480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24928" y="2606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</a:rPr>
              <a:t>68/100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76288" y="310896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RSI: &lt;35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876288" y="333756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ADX: &lt;20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876288" y="363931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Oversold dip-buy. Price below SMA20, low ADX (range-bound).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C49F"/>
                </a:solidFill>
              </a:rPr>
              <a:t>🏆 Top Pick Per Strategy shown automatically · Colour-coded score table · One-click filter buttons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solidFill>
            <a:srgbClr val="007A63"/>
          </a:solidFill>
          <a:ln w="12700">
            <a:solidFill>
              <a:srgbClr val="007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49F"/>
                </a:solidFill>
              </a:rPr>
              <a:t>RISK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Strict 2:1 Risk-Reward on Every Trade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3931920" cy="347472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9F"/>
                </a:solidFill>
              </a:rPr>
              <a:t>How Levels Are 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Entry: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Close price at signal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231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Stop: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2423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4D6A"/>
                </a:solidFill>
              </a:rPr>
              <a:t>Entry − (1.5 × ATR)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Risk: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2926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B347"/>
                </a:solidFill>
              </a:rPr>
              <a:t>Entry − Stop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429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Target: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3429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676"/>
                </a:solidFill>
              </a:rPr>
              <a:t>Entry + (2 × Risk)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R:R: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3931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9F"/>
                </a:solidFill>
              </a:rPr>
              <a:t>Always exactly 2:1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1280160"/>
            <a:ext cx="4389120" cy="347472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1417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9F"/>
                </a:solidFill>
              </a:rPr>
              <a:t>Example: TCS @ ₹3,500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1920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Entry: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₹3,500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24231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ATR: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0" y="2423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99AA"/>
                </a:solidFill>
              </a:rPr>
              <a:t>₹52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29260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Stop: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52160" y="2926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6A"/>
                </a:solidFill>
              </a:rPr>
              <a:t>₹3,422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63440" y="3429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Risk: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2160" y="3429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</a:rPr>
              <a:t>₹78/share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3440" y="3931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Target: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852160" y="3931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₹3,656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63440" y="44348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Profit: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52160" y="4434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+₹156/sh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74320" y="491947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B347"/>
                </a:solidFill>
              </a:rPr>
              <a:t>At 40% win rate with 2:1 R:R → Expected Value = +0.2R per trade (profitable long-term)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solidFill>
            <a:srgbClr val="007A63"/>
          </a:solidFill>
          <a:ln w="12700">
            <a:solidFill>
              <a:srgbClr val="007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49F"/>
                </a:solidFill>
              </a:rPr>
              <a:t>DATA MANAGEMENT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Persistent Cache — Refresh Once, Use for Months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046720" cy="0"/>
          </a:xfrm>
          <a:prstGeom prst="line">
            <a:avLst/>
          </a:prstGeom>
          <a:noFill/>
          <a:ln w="25400">
            <a:solidFill>
              <a:srgbClr val="8899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148840"/>
            <a:ext cx="274320" cy="274320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24688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49F"/>
                </a:solidFill>
              </a:rPr>
              <a:t>Refresh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C49F"/>
                </a:solidFill>
              </a:rPr>
              <a:t>Data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0" y="15087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Today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0" y="2148840"/>
            <a:ext cx="274320" cy="27432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24688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47"/>
                </a:solidFill>
              </a:rPr>
              <a:t>14 Days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B347"/>
                </a:solidFill>
              </a:rPr>
              <a:t>⚠️ Warning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94560" y="15087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Amber alert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in sidebar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669280" y="2148840"/>
            <a:ext cx="274320" cy="274320"/>
          </a:xfrm>
          <a:prstGeom prst="ellipse">
            <a:avLst/>
          </a:prstGeom>
          <a:solidFill>
            <a:srgbClr val="FF4D6A"/>
          </a:solidFill>
          <a:ln w="12700">
            <a:solidFill>
              <a:srgbClr val="FF4D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24688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6A"/>
                </a:solidFill>
              </a:rPr>
              <a:t>60 Days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4D6A"/>
                </a:solidFill>
              </a:rPr>
              <a:t>🔴 Expire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0" y="15087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Red alert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</a:rPr>
              <a:t>refresh prompt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3200400"/>
            <a:ext cx="1993392" cy="16002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3246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" y="37947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49F"/>
                </a:solidFill>
              </a:rPr>
              <a:t>Session State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5760" y="409651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Primary store. Lives in your browser tab. Survives navigation and reruns.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450592" y="3200400"/>
            <a:ext cx="1993392" cy="16002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36392" y="3246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542032" y="37947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49F"/>
                </a:solidFill>
              </a:rPr>
              <a:t>JSON File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42032" y="409651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Secondary store. Survives server restarts. Download to restore after redeployment.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26864" y="3200400"/>
            <a:ext cx="1993392" cy="16002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12664" y="3246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⬇️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718304" y="37947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49F"/>
                </a:solidFill>
              </a:rPr>
              <a:t>Download Cache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18304" y="409651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Export full dataset as meezan_cache.json from sidebar anytime.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03136" y="3200400"/>
            <a:ext cx="1993392" cy="160020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88936" y="32461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⬆️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894576" y="379476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49F"/>
                </a:solidFill>
              </a:rPr>
              <a:t>Upload &amp; Restore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94576" y="409651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Upload saved JSON — data restores instantly, no re-fetch needed.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solidFill>
            <a:srgbClr val="007A63"/>
          </a:solidFill>
          <a:ln w="12700">
            <a:solidFill>
              <a:srgbClr val="007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49F"/>
                </a:solidFill>
              </a:rPr>
              <a:t>GETTING STARTED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— Daily Workflow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20624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581912"/>
            <a:ext cx="475488" cy="475488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81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417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49F"/>
                </a:solidFill>
              </a:rPr>
              <a:t>Open App + Login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17373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Visit meezan-edge.streamlit.app · Click 🔐 Login with Zerodha in sidebar every morning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420624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18888" y="1581912"/>
            <a:ext cx="475488" cy="475488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581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1417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9BD5"/>
                </a:solidFill>
              </a:rPr>
              <a:t>Refresh Data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394960" y="17373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Click 🔄 Refresh Data once. Takes 5-10 min. Saves to cache. No need to repeat for weeks.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468880"/>
            <a:ext cx="420624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2724912"/>
            <a:ext cx="475488" cy="47548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560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59B6"/>
                </a:solidFill>
              </a:rPr>
              <a:t>Strategy Filter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" y="28803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Go to 🎯 Strategy Filter page. Pick Swing / Momentum / Breakout. See scored, ranked stocks.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2468880"/>
            <a:ext cx="420624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18888" y="2724912"/>
            <a:ext cx="475488" cy="475488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2724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2560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347"/>
                </a:solidFill>
              </a:rPr>
              <a:t>Pick a Stock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394960" y="28803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Click a ticker → see candlestick chart, indicators, backtest history, pattern matches.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611880"/>
            <a:ext cx="420624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4048" y="3867912"/>
            <a:ext cx="475488" cy="475488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867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3703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676"/>
                </a:solidFill>
              </a:rPr>
              <a:t>Get Trade Levels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60120" y="40233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Go to 🎯 Trade Recs. See exact Entry, Stop-Loss, Target levels with 2:1 R:R pre-calculated.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3611880"/>
            <a:ext cx="4206240" cy="10058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18888" y="3867912"/>
            <a:ext cx="475488" cy="475488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3867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94960" y="3703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9D"/>
                </a:solidFill>
              </a:rPr>
              <a:t>Monitor + Exit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394960" y="40233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Use 🔴 Live Signals page to track open positions and get intraday signal updates.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solidFill>
            <a:srgbClr val="007A63"/>
          </a:solidFill>
          <a:ln w="12700">
            <a:solidFill>
              <a:srgbClr val="007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49F"/>
                </a:solidFill>
              </a:rPr>
              <a:t>AUTHENTICATION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Zerodha Login — Daily 30-Second Routine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114800" cy="658368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426464"/>
            <a:ext cx="438912" cy="438912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26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46304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</a:rPr>
              <a:t>Open your app URL in browser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4114800" cy="658368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203704"/>
            <a:ext cx="438912" cy="438912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203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" y="22402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</a:rPr>
              <a:t>See 🟡 Zerodha — Login Required in sidebar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114800" cy="658368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2980944"/>
            <a:ext cx="438912" cy="438912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980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301752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</a:rPr>
              <a:t>Click '🔐 Login with Zerodha ↗' button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657600"/>
            <a:ext cx="4114800" cy="658368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3758184"/>
            <a:ext cx="438912" cy="438912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758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32688" y="37947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</a:rPr>
              <a:t>Zerodha login page opens in a new tab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1325880"/>
            <a:ext cx="4114800" cy="658368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73168" y="1426464"/>
            <a:ext cx="438912" cy="438912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73168" y="1426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21808" y="146304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</a:rPr>
              <a:t>Enter your Zerodha credentials + TOTP 2FA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2103120"/>
            <a:ext cx="4114800" cy="658368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73168" y="2203704"/>
            <a:ext cx="438912" cy="438912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22037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21808" y="224028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</a:rPr>
              <a:t>Click Authorize on the permissions screen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63440" y="2880360"/>
            <a:ext cx="4114800" cy="658368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73168" y="2980944"/>
            <a:ext cx="438912" cy="438912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3168" y="2980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7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21808" y="301752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</a:rPr>
              <a:t>App detects the login automatically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3657600"/>
            <a:ext cx="4114800" cy="658368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73168" y="3758184"/>
            <a:ext cx="438912" cy="438912"/>
          </a:xfrm>
          <a:prstGeom prst="ellipse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37581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F1E"/>
                </a:solidFill>
              </a:rPr>
              <a:t>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21808" y="379476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0F8"/>
                </a:solidFill>
              </a:rPr>
              <a:t>Sidebar shows 🟢 Zerodha Live Connected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74320" y="45262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B347"/>
                </a:solidFill>
              </a:rPr>
              <a:t>⚠️  Zerodha tokens expire at 6 AM daily — login once every morning before trading.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solidFill>
            <a:srgbClr val="007A63"/>
          </a:solidFill>
          <a:ln w="12700">
            <a:solidFill>
              <a:srgbClr val="007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49F"/>
                </a:solidFill>
              </a:rPr>
              <a:t>STRATEGIES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Built-in Trading Strategies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697480" cy="109728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82296" cy="1097280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4356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9F"/>
                </a:solidFill>
              </a:rPr>
              <a:t>MA Crossover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764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Signals: EMA9 &gt; EMA21 &gt; SMA50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" y="20391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Hold: 5-8 days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1325880"/>
            <a:ext cx="2697480" cy="109728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325880"/>
            <a:ext cx="82296" cy="109728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4356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D5"/>
                </a:solidFill>
              </a:rPr>
              <a:t>RSI Mean Revert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9272" y="1764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Signals: RSI &lt; 38, near support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19272" y="20391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Hold: 3-5 days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325880"/>
            <a:ext cx="2697480" cy="109728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325880"/>
            <a:ext cx="82296" cy="10972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14356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9B6"/>
                </a:solidFill>
              </a:rPr>
              <a:t>MACD Momentum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99632" y="17647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Signals: MACD histogram positive + ADX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99632" y="20391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Hold: 5-10 days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724912"/>
            <a:ext cx="4069080" cy="109728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724912"/>
            <a:ext cx="82296" cy="109728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8346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347"/>
                </a:solidFill>
              </a:rPr>
              <a:t>BB Squeeze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316382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Signals: Narrow bands + volume spike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38912" y="343814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Hold: 3-7 days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724912"/>
            <a:ext cx="4069080" cy="109728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724912"/>
            <a:ext cx="82296" cy="109728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8346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9D"/>
                </a:solidFill>
              </a:rPr>
              <a:t>ADX Breakout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28032" y="316382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0F8"/>
                </a:solidFill>
              </a:rPr>
              <a:t>Signals: ADX 25+, DI+ &gt; DI-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28032" y="343814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Hold: 5-12 days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solidFill>
            <a:srgbClr val="007A63"/>
          </a:solidFill>
          <a:ln w="12700">
            <a:solidFill>
              <a:srgbClr val="007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49F"/>
                </a:solidFill>
              </a:rPr>
              <a:t>INDICATORS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9-Indicator Trend Scoring System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743200" cy="886968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527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3990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9F"/>
                </a:solidFill>
              </a:rPr>
              <a:t>Price &gt; SMA200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7647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Long-term trend filter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18688" y="1325880"/>
            <a:ext cx="2743200" cy="886968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0128" y="1527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67328" y="13990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9F"/>
                </a:solidFill>
              </a:rPr>
              <a:t>Price &gt; SMA50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67328" y="17647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Mid-term trend alignment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63056" y="1325880"/>
            <a:ext cx="2743200" cy="886968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54496" y="15270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11696" y="13990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9F"/>
                </a:solidFill>
              </a:rPr>
              <a:t>Price &gt; SMA20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11696" y="17647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Short-term trend alignment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350008"/>
            <a:ext cx="2743200" cy="886968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25511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24231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9F"/>
                </a:solidFill>
              </a:rPr>
              <a:t>Golden Cross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2788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SMA50 &gt; SMA200 (major signal)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18688" y="2350008"/>
            <a:ext cx="2743200" cy="886968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10128" y="25511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67328" y="24231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9F"/>
                </a:solidFill>
              </a:rPr>
              <a:t>MACD Bullish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67328" y="2788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Momentum confirmation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63056" y="2350008"/>
            <a:ext cx="2743200" cy="886968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54496" y="25511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🟡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11696" y="24231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9F"/>
                </a:solidFill>
              </a:rPr>
              <a:t>RSI 40–75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11696" y="27889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Not overbought, healthy strength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374136"/>
            <a:ext cx="2743200" cy="886968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65760" y="35753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2960" y="34472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9F"/>
                </a:solidFill>
              </a:rPr>
              <a:t>ADX ≥ 20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38130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Trending (not sideways)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18688" y="3374136"/>
            <a:ext cx="2743200" cy="886968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310128" y="35753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🟡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767328" y="34472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9F"/>
                </a:solidFill>
              </a:rPr>
              <a:t>Vol Ratio ≥ 1.0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767328" y="38130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Volume confirms move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63056" y="3374136"/>
            <a:ext cx="2743200" cy="886968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254496" y="35753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🟢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711696" y="34472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9F"/>
                </a:solidFill>
              </a:rPr>
              <a:t>20D Return &gt; 0%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711696" y="38130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Recent positive momentum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4320" y="449884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B347"/>
                </a:solidFill>
              </a:rPr>
              <a:t>Score 0-9  →  1-2 = Strong Down  ·  3-4 = Down  ·  5-6 = Neutral  ·  7-8 = Up  ·  9 = Strong Up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solidFill>
            <a:srgbClr val="007A63"/>
          </a:solidFill>
          <a:ln w="12700">
            <a:solidFill>
              <a:srgbClr val="007A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49F"/>
                </a:solidFill>
              </a:rPr>
              <a:t>SECURITY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Private Deployment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743200" cy="14630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25880" y="15087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9F"/>
                </a:solidFill>
              </a:rPr>
              <a:t>Private GitHub Repo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487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Source code hidden from public. Only you and invited collaborators can see it.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18688" y="1371600"/>
            <a:ext cx="2743200" cy="14630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70248" y="15087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🔑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55848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9F"/>
                </a:solidFill>
              </a:rPr>
              <a:t>Streamlit Secrets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2487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API keys stored in Streamlit's encrypted vault — never in any .py file or GitHub.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63056" y="1371600"/>
            <a:ext cx="2743200" cy="14630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14616" y="15087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300216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9F"/>
                </a:solidFill>
              </a:rPr>
              <a:t>Viewer Authentication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0216" y="2487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App is set to Private — only invited email addresses can open the URL.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2743200" cy="14630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325880" y="31546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11480" y="3794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9F"/>
                </a:solidFill>
              </a:rPr>
              <a:t>No Hardcoded Keys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1330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.gitignore blocks secrets.toml, zerodha_token.json, and cache files from GitHub.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18688" y="3017520"/>
            <a:ext cx="2743200" cy="14630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70248" y="31546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355848" y="3794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9F"/>
                </a:solidFill>
              </a:rPr>
              <a:t>Access from Anywhere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55848" y="41330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Works on phone, tablet, desktop. No install needed. Just a browser.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63056" y="3017520"/>
            <a:ext cx="2743200" cy="1463040"/>
          </a:xfrm>
          <a:prstGeom prst="rect">
            <a:avLst/>
          </a:prstGeom>
          <a:solidFill>
            <a:srgbClr val="162035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14616" y="31546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300216" y="3794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9F"/>
                </a:solidFill>
              </a:rPr>
              <a:t>Auto Redeploy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0216" y="41330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0F8"/>
                </a:solidFill>
              </a:rPr>
              <a:t>Push code to GitHub → Streamlit Cloud redeploys in 60 seconds automatically.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00C49F"/>
          </a:solidFill>
          <a:ln w="12700">
            <a:solidFill>
              <a:srgbClr val="00C49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0" y="457200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🕌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Meezan Edge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C49F"/>
                </a:solidFill>
              </a:rPr>
              <a:t>Trade with Clarity. Invest with Conscience.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246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🌐 App URL: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32461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</a:rPr>
              <a:t>meezan-edge.streamlit.app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0" y="36301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📦 GitHub: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49040" y="36301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</a:rPr>
              <a:t>Private repo — invite access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401421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📊 Data: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4014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</a:rPr>
              <a:t>halalstock.in + Yahoo Finance / Zerodha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43982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899AA"/>
                </a:solidFill>
              </a:rPr>
              <a:t>🔖 Version: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43982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0F8"/>
                </a:solidFill>
              </a:rPr>
              <a:t>v1.5.0  ·  Feb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Meezan Edge — Halal Stock Trading System</dc:title>
  <dc:subject>PptxGenJS Presentation</dc:subject>
  <dc:creator>PptxGenJS</dc:creator>
  <cp:lastModifiedBy>PptxGenJS</cp:lastModifiedBy>
  <cp:revision>1</cp:revision>
  <dcterms:created xsi:type="dcterms:W3CDTF">2026-02-15T07:09:37Z</dcterms:created>
  <dcterms:modified xsi:type="dcterms:W3CDTF">2026-02-15T07:09:37Z</dcterms:modified>
</cp:coreProperties>
</file>